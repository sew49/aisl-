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</p:sldIdLst>
  <p:sldSz cx="12192000" cy="6858000"/>
  <p:notesSz cx="6858000" cy="9144000"/>
  <p:defaultTextStyle>
    <a:defPPr>
      <a:defRPr lang="en-K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A2146-926C-4CB2-9A99-94C06253C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6C3A00-3E6D-4A40-B9D5-3F0D4456D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A7B108-F9EA-4CA7-9785-C5BDCDEC1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221774-F594-40A1-B107-BC2A31C0F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3F8563-A9B2-4C96-AFD6-C6AB0CE0C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42124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CEE2E-A0E9-4D6A-A41A-55CC22AD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D6411-8A85-435B-9BC0-99C685317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21D56-C7BF-4267-A205-FEF89C7F7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7198F-6D83-4BEC-896D-108DDEC2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BB916-732A-4450-8FED-A166FD03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7778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0826-B3E8-444B-A2DC-8570FC1B6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2EE0E3-7D46-4009-A135-86CD786D7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E6374-3D2A-46EF-8E0B-2154E4F50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98787A-1AF7-430C-BD47-6F87D80A5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67B6C-CF40-483E-9E5C-1376E3CB8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83717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E3741-06B6-414A-A11F-18A08F4AE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6F8C5-AC23-4249-89A4-D0EBCD853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B96E5F-0EBC-4BCB-8B26-E5967B5EF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259D6B-34C1-4AE9-B619-DECAEB8B2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9B3138-CE13-4BA6-BC6F-E59757FE3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8FC1B-A67C-44A6-9C1D-59BA94EAD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1745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85C7B-28F4-4E60-A0DD-414E4293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ADB0D-A2BB-4690-B93D-0BB89D8357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DA3E7-A91C-49D6-B0DE-CF27D7FB9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E63484-8F38-4188-96CB-47A65C01F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D81037-286E-4E37-AC70-5EC985D0D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BE79CE-6493-4333-BD84-F0DF8CC84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3E9D89-F5B0-4477-9D60-C0A925FC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79A527-544E-4D67-9FB0-76B4F94A0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7073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9F8F7-755B-403B-A85D-2ACF07BE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5C661B-854E-49FD-B396-12EB518AB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B7D3D5-6644-4C91-BFAB-EE5C3C4CE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992578-AED1-43A7-98EB-EAF18E0F4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78686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9CB4F4-5F6A-4D17-8DB3-EBE97405E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92551-90E0-43BC-B616-E62BB249F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7396C-3818-4CE9-88C4-873F1ED8E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072565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BD6A1-4336-4B55-93EF-8243C4A4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9AE61-A433-4254-BDB7-5025C63791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E76EA7-6C2F-4448-842A-1E367994A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5AFBF3-3E41-486B-B583-4F5F94F05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343A99-CB05-4ECD-9378-338CB6AC1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F60E5-3B63-4ADF-931D-8AA1869FD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93932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97FD1-4D49-4E6B-BB0F-4D8889119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F7CF2-3CD3-414C-AF0A-8D22461A52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K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25BCE-60DA-425D-935F-4E965AD90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D6AEEF-DF07-441D-9586-7B8D735FF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B60EC0-1A86-49AE-9F2C-ED2493887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52D5D-C830-486C-8E3E-379E702D5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0307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7FD0-FEF4-4AAD-A481-9CE09917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5EFD6D-B93E-47AB-9C05-07D60CA137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FC6552-A1AE-4266-84EB-CB04178D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228AF5-E09B-4955-B935-71D9EA3E2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EFA98F-5839-418A-BF2D-01A707FBF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210010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C9B97-1A04-4B98-8064-C229629C70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1555D2-E714-4420-8943-1CCD2716D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E219D-4BF8-4D5C-B442-12236F4A4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AC157-41CF-47A5-9DAA-B1F662799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EB2D4E-1F47-44E3-ACB6-7B92DB3E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895302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9F68F9-181A-43A9-A424-E2C479AF6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K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22B7E2-FA7C-4A0E-9445-999C9FB249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7EFA-147D-4C69-B700-CC17B44138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F0B386-B877-4FCF-9FC6-747B702F4158}" type="datetimeFigureOut">
              <a:rPr lang="en-KE" smtClean="0"/>
              <a:t>04/02/2026</a:t>
            </a:fld>
            <a:endParaRPr lang="en-K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FB67C-278C-4F00-B672-FDA1E0C89B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58072-3747-40E9-8701-F86CA202C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A7A454-EFEF-426A-82B2-65327EBE262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83929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K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28155255-A0CD-4A82-8FBC-C4A277D376A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200" y="483968"/>
            <a:ext cx="10337800" cy="637403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306F85-3315-439F-9F61-2BCC65DCF429}"/>
              </a:ext>
            </a:extLst>
          </p:cNvPr>
          <p:cNvSpPr txBox="1"/>
          <p:nvPr/>
        </p:nvSpPr>
        <p:spPr>
          <a:xfrm>
            <a:off x="3974524" y="619429"/>
            <a:ext cx="5843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>
                <a:highlight>
                  <a:srgbClr val="FFFF00"/>
                </a:highlight>
              </a:rPr>
              <a:t>AVIATION TOOLING SOLUTIONS</a:t>
            </a:r>
            <a:endParaRPr lang="en-KE" sz="3200" dirty="0">
              <a:highlight>
                <a:srgbClr val="FFFF00"/>
              </a:highlight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07F936-BB73-448F-90D8-158934DBFD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256" y="4453887"/>
            <a:ext cx="2167046" cy="2167046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EA06A27-18B1-4A08-9D29-FD806661A2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5509" y="1445122"/>
            <a:ext cx="2143125" cy="2143125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DB166C7-2EBD-455B-831B-C353676B4E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0569" y="3674104"/>
            <a:ext cx="2556061" cy="2825120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C929CA-A506-4621-A74E-5077F3A0AC4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329" y="2972623"/>
            <a:ext cx="1787620" cy="3719904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2516542-99AA-43A5-AE0F-5DF2ECF683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49527">
            <a:off x="1933152" y="2516685"/>
            <a:ext cx="2143125" cy="2143125"/>
          </a:xfrm>
          <a:prstGeom prst="ellipse">
            <a:avLst/>
          </a:prstGeom>
          <a:ln w="190500" cap="rnd">
            <a:solidFill>
              <a:srgbClr val="C8C6BD"/>
            </a:solidFill>
            <a:prstDash val="solid"/>
          </a:ln>
          <a:effectLst>
            <a:outerShdw blurRad="127000" algn="bl" rotWithShape="0">
              <a:srgbClr val="000000"/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97EFED5F-AF87-440D-9681-D82A5644EDA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6630" y="4099371"/>
            <a:ext cx="3223040" cy="2247505"/>
          </a:xfrm>
          <a:prstGeom prst="roundRect">
            <a:avLst>
              <a:gd name="adj" fmla="val 11111"/>
            </a:avLst>
          </a:prstGeom>
          <a:ln w="190500" cap="rnd">
            <a:solidFill>
              <a:srgbClr val="C8C6BD"/>
            </a:solidFill>
            <a:prstDash val="solid"/>
          </a:ln>
          <a:effectLst>
            <a:outerShdw blurRad="101600" dist="50800" dir="7200000" algn="tl" rotWithShape="0">
              <a:srgbClr val="000000">
                <a:alpha val="45000"/>
              </a:srgbClr>
            </a:outerShdw>
          </a:effectLst>
          <a:scene3d>
            <a:camera prst="perspectiveFront" fov="5400000"/>
            <a:lightRig rig="threePt" dir="t">
              <a:rot lat="0" lon="0" rev="19200000"/>
            </a:lightRig>
          </a:scene3d>
          <a:sp3d extrusionH="25400">
            <a:bevelT w="304800" h="152400" prst="hardEdge"/>
            <a:extrusionClr>
              <a:srgbClr val="FFFFFF"/>
            </a:extrusionClr>
          </a:sp3d>
        </p:spPr>
      </p:pic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7A95CD4-DDA9-4B0A-8F4B-30D4B6278CCE}"/>
              </a:ext>
            </a:extLst>
          </p:cNvPr>
          <p:cNvSpPr/>
          <p:nvPr/>
        </p:nvSpPr>
        <p:spPr>
          <a:xfrm>
            <a:off x="1953115" y="1234007"/>
            <a:ext cx="3040109" cy="1817795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A4D603-A0E2-4F3A-91D8-0F880307FC5E}"/>
              </a:ext>
            </a:extLst>
          </p:cNvPr>
          <p:cNvSpPr txBox="1"/>
          <p:nvPr/>
        </p:nvSpPr>
        <p:spPr>
          <a:xfrm>
            <a:off x="2227501" y="1267673"/>
            <a:ext cx="2362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TORQUE WRENCH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DATA LOGGERS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PRESSURE GAUGES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FLUKE MULTIMETER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BATTERY CHARGERS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GB" dirty="0">
                <a:solidFill>
                  <a:srgbClr val="FF0000"/>
                </a:solidFill>
              </a:rPr>
              <a:t>CALLIPERS</a:t>
            </a:r>
            <a:endParaRPr lang="en-KE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93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14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7</cp:revision>
  <dcterms:created xsi:type="dcterms:W3CDTF">2026-01-22T12:12:41Z</dcterms:created>
  <dcterms:modified xsi:type="dcterms:W3CDTF">2026-02-04T08:55:52Z</dcterms:modified>
</cp:coreProperties>
</file>